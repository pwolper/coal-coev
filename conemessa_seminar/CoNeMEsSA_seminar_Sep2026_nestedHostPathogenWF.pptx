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Pathogen dynamics nested in a host Wright-Fisher model: towards joint host-pathogen genealogies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CoNeMEsSA Seminar</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Philip Wolper (Life Science, TUM), Johannes Müller (Mathematics, TUM) This work is a cooperation with Aurelien Tellier (Life Sciences, TUM).</a:t>
            </a:r>
          </a:p>
          <a:p>
            <a:pPr lvl="0" indent="0" marL="0">
              <a:buNone/>
            </a:pPr>
            <a:r>
              <a:rPr/>
              <a:t>Nested host pathogen coalescence in a semi-discrete epidemiological model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Phylodynamic inference of disease dyamics relies on connecting epidemiological dynamical models to a coalescent model of a sample of genetic sequences, often done heuristically. In order for the pathogen tree to relate to the host-measured SI process this typically employes several assumptions: (i) host evolution occurs on a much slower time scale (i.e. is neglegible) than the epidemic and (i) each host is only infected with one pathogen individual. If these are given then we can construct the pathogen coalescent from </a:t>
                </a:r>
                <a14:m>
                  <m:oMath xmlns:m="http://schemas.openxmlformats.org/officeDocument/2006/math">
                    <m:sSub>
                      <m:e>
                        <m:r>
                          <m:t>N</m:t>
                        </m:r>
                      </m:e>
                      <m:sub>
                        <m:r>
                          <m:rPr>
                            <m:nor/>
                            <m:sty m:val="p"/>
                          </m:rPr>
                          <m:t>pathogen</m:t>
                        </m:r>
                      </m:sub>
                    </m:sSub>
                    <m:r>
                      <m:rPr>
                        <m:sty m:val="p"/>
                      </m:rPr>
                      <m:t>∼</m:t>
                    </m:r>
                    <m:r>
                      <m:t>I</m:t>
                    </m:r>
                  </m:oMath>
                </a14:m>
                <a:r>
                  <a:rPr/>
                  <a:t>.</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Pathogen dynamics nested in a host Wright-Fisher model: towards joint host-pathogen genealogies</dc:title>
  <dc:creator/>
  <cp:keywords/>
  <dcterms:created xsi:type="dcterms:W3CDTF">2026-09-03T08:34:05Z</dcterms:created>
  <dcterms:modified xsi:type="dcterms:W3CDTF">2026-09-03T08:34:05Z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CoNeMEsSA Seminar</vt:lpwstr>
  </property>
</Properties>
</file>